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60" r:id="rId4"/>
    <p:sldId id="261" r:id="rId5"/>
    <p:sldId id="262" r:id="rId6"/>
    <p:sldId id="264" r:id="rId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3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4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7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1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2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4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1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7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5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1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58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272EC519-3A2A-26D6-9BE9-263E775CCC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95F54-641B-B85E-F275-F11191419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GB" dirty="0">
                <a:solidFill>
                  <a:srgbClr val="FFFFFF"/>
                </a:solidFill>
              </a:rPr>
              <a:t>DMX</a:t>
            </a:r>
            <a:br>
              <a:rPr lang="en-GB" dirty="0">
                <a:solidFill>
                  <a:srgbClr val="FFFFFF"/>
                </a:solidFill>
              </a:rPr>
            </a:br>
            <a:r>
              <a:rPr lang="en-GB" dirty="0">
                <a:solidFill>
                  <a:srgbClr val="FFFFFF"/>
                </a:solidFill>
              </a:rPr>
              <a:t>Lightshow</a:t>
            </a:r>
            <a:br>
              <a:rPr lang="en-GB" dirty="0">
                <a:solidFill>
                  <a:srgbClr val="FFFFFF"/>
                </a:solidFill>
              </a:rPr>
            </a:br>
            <a:r>
              <a:rPr lang="en-GB" dirty="0">
                <a:solidFill>
                  <a:srgbClr val="FFFFFF"/>
                </a:solidFill>
              </a:rPr>
              <a:t>controller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6DC3A-EB69-0AA0-71EF-27F31A375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Clubbing for Coders</a:t>
            </a:r>
            <a:r>
              <a:rPr lang="en" b="1" dirty="0"/>
              <a:t>™</a:t>
            </a:r>
            <a:endParaRPr lang="en-NL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478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C37BB-8C79-8D97-EA15-6CF6617F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3868600" cy="36403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Why the name :</a:t>
            </a:r>
            <a:br>
              <a:rPr lang="en-US" dirty="0"/>
            </a:br>
            <a:r>
              <a:rPr lang="en-US" dirty="0"/>
              <a:t>“clubbing for coders”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logo for a club&#10;&#10;AI-generated content may be incorrect.">
            <a:extLst>
              <a:ext uri="{FF2B5EF4-FFF2-40B4-BE49-F238E27FC236}">
                <a16:creationId xmlns:a16="http://schemas.microsoft.com/office/drawing/2014/main" id="{74A3077D-C728-A1B8-9A45-5F342EB99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r="7466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479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5CF68-1860-34D4-7B1E-5757A925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group of colorful lights&#10;&#10;AI-generated content may be incorrect.">
            <a:extLst>
              <a:ext uri="{FF2B5EF4-FFF2-40B4-BE49-F238E27FC236}">
                <a16:creationId xmlns:a16="http://schemas.microsoft.com/office/drawing/2014/main" id="{77088560-4798-E7B1-0C7B-2BB8D202E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5" r="9091" b="6106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D2D75-5525-8B7C-57C9-A79105228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86" y="908651"/>
            <a:ext cx="5230366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300"/>
              <a:t>Why DMX lightshow controller?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370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E6395-5A43-9FA9-339F-EC4AD517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black sound mixer with white buttons and a blue screen&#10;&#10;AI-generated content may be incorrect.">
            <a:extLst>
              <a:ext uri="{FF2B5EF4-FFF2-40B4-BE49-F238E27FC236}">
                <a16:creationId xmlns:a16="http://schemas.microsoft.com/office/drawing/2014/main" id="{1C61F6E0-A418-8679-C3F7-A7E916509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42" r="9091" b="2892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93B59-F65E-7BDE-F760-BD74926F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86" y="908651"/>
            <a:ext cx="5230366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800"/>
              <a:t>HardWare</a:t>
            </a:r>
            <a:br>
              <a:rPr lang="en-US" sz="6800"/>
            </a:br>
            <a:r>
              <a:rPr lang="en-US" sz="6800"/>
              <a:t>Experience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641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4F002-7B03-630F-4E8D-A34DAC71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group of people clinking glasses&#10;&#10;AI-generated content may be incorrect.">
            <a:extLst>
              <a:ext uri="{FF2B5EF4-FFF2-40B4-BE49-F238E27FC236}">
                <a16:creationId xmlns:a16="http://schemas.microsoft.com/office/drawing/2014/main" id="{CAADCD60-F6B5-6FDF-D7E5-DECC52374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F23CC-E866-5BFA-E2DF-2B187366D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Inexperienced Clubbers</a:t>
            </a:r>
          </a:p>
        </p:txBody>
      </p:sp>
    </p:spTree>
    <p:extLst>
      <p:ext uri="{BB962C8B-B14F-4D97-AF65-F5344CB8AC3E}">
        <p14:creationId xmlns:p14="http://schemas.microsoft.com/office/powerpoint/2010/main" val="2897322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8B035-D52A-40C2-023E-57A7DE7C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 descr="A person sitting in a lotus position with many hands&#10;&#10;AI-generated content may be incorrect.">
            <a:extLst>
              <a:ext uri="{FF2B5EF4-FFF2-40B4-BE49-F238E27FC236}">
                <a16:creationId xmlns:a16="http://schemas.microsoft.com/office/drawing/2014/main" id="{9CA146CA-EC94-2D07-8C60-C5DC4DEC1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9" b="1672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62FFE-030E-A805-59C5-7C898D1F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Roles</a:t>
            </a:r>
          </a:p>
        </p:txBody>
      </p:sp>
    </p:spTree>
    <p:extLst>
      <p:ext uri="{BB962C8B-B14F-4D97-AF65-F5344CB8AC3E}">
        <p14:creationId xmlns:p14="http://schemas.microsoft.com/office/powerpoint/2010/main" val="1442955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Univers Condensed</vt:lpstr>
      <vt:lpstr>ChronicleVTI</vt:lpstr>
      <vt:lpstr>DMX Lightshow controller</vt:lpstr>
      <vt:lpstr>Why the name : “clubbing for coders”</vt:lpstr>
      <vt:lpstr>Why DMX lightshow controller?</vt:lpstr>
      <vt:lpstr>HardWare Experience</vt:lpstr>
      <vt:lpstr>Inexperienced Clubbers</vt:lpstr>
      <vt:lpstr>Roles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Rico Oliveira Mendes</dc:creator>
  <cp:lastModifiedBy>Rico Oliveira Mendes</cp:lastModifiedBy>
  <cp:revision>1</cp:revision>
  <dcterms:created xsi:type="dcterms:W3CDTF">2025-11-11T08:15:07Z</dcterms:created>
  <dcterms:modified xsi:type="dcterms:W3CDTF">2025-11-11T09:49:39Z</dcterms:modified>
</cp:coreProperties>
</file>